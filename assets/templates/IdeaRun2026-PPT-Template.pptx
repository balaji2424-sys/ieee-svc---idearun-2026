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1.svg" ContentType="image/svg+xml"/>
  <Override PartName="/ppt/media/image13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League Spartan" panose="00000800000000000000"/>
      <p:bold r:id="rId16"/>
    </p:embeddedFont>
    <p:embeddedFont>
      <p:font typeface="Playfair Display Bold"/>
      <p:bold r:id="rId17"/>
    </p:embeddedFont>
    <p:embeddedFont>
      <p:font typeface="Playfair Display"/>
      <p:regular r:id="rId18"/>
    </p:embeddedFont>
    <p:embeddedFont>
      <p:font typeface="Canva Sans Bold" panose="020B0803030501040103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2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.png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3113889"/>
            <a:ext cx="16230600" cy="3642936"/>
            <a:chOff x="0" y="0"/>
            <a:chExt cx="4274726" cy="95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959456"/>
            </a:xfrm>
            <a:custGeom>
              <a:avLst/>
              <a:gdLst/>
              <a:ahLst/>
              <a:cxnLst/>
              <a:rect l="l" t="t" r="r" b="b"/>
              <a:pathLst>
                <a:path w="4274726" h="95945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951348"/>
                  </a:lnTo>
                  <a:cubicBezTo>
                    <a:pt x="4274726" y="953498"/>
                    <a:pt x="4273872" y="955561"/>
                    <a:pt x="4272351" y="957081"/>
                  </a:cubicBezTo>
                  <a:cubicBezTo>
                    <a:pt x="4270830" y="958602"/>
                    <a:pt x="4268768" y="959456"/>
                    <a:pt x="4266617" y="959456"/>
                  </a:cubicBezTo>
                  <a:lnTo>
                    <a:pt x="8109" y="959456"/>
                  </a:lnTo>
                  <a:cubicBezTo>
                    <a:pt x="5958" y="959456"/>
                    <a:pt x="3896" y="958602"/>
                    <a:pt x="2375" y="957081"/>
                  </a:cubicBezTo>
                  <a:cubicBezTo>
                    <a:pt x="854" y="955561"/>
                    <a:pt x="0" y="953498"/>
                    <a:pt x="0" y="951348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997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7189027"/>
            <a:ext cx="16230600" cy="2069273"/>
            <a:chOff x="0" y="0"/>
            <a:chExt cx="4274726" cy="5449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544994"/>
            </a:xfrm>
            <a:custGeom>
              <a:avLst/>
              <a:gdLst/>
              <a:ahLst/>
              <a:cxnLst/>
              <a:rect l="l" t="t" r="r" b="b"/>
              <a:pathLst>
                <a:path w="4274726" h="544994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536885"/>
                  </a:lnTo>
                  <a:cubicBezTo>
                    <a:pt x="4274726" y="539035"/>
                    <a:pt x="4273872" y="541098"/>
                    <a:pt x="4272351" y="542619"/>
                  </a:cubicBezTo>
                  <a:cubicBezTo>
                    <a:pt x="4270830" y="544139"/>
                    <a:pt x="4268768" y="544994"/>
                    <a:pt x="4266617" y="544994"/>
                  </a:cubicBezTo>
                  <a:lnTo>
                    <a:pt x="8109" y="544994"/>
                  </a:lnTo>
                  <a:cubicBezTo>
                    <a:pt x="5958" y="544994"/>
                    <a:pt x="3896" y="544139"/>
                    <a:pt x="2375" y="542619"/>
                  </a:cubicBezTo>
                  <a:cubicBezTo>
                    <a:pt x="854" y="541098"/>
                    <a:pt x="0" y="539035"/>
                    <a:pt x="0" y="536885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583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4013659" y="783340"/>
            <a:ext cx="3379412" cy="945567"/>
            <a:chOff x="0" y="0"/>
            <a:chExt cx="4505883" cy="1260756"/>
          </a:xfrm>
        </p:grpSpPr>
        <p:sp>
          <p:nvSpPr>
            <p:cNvPr id="9" name="Freeform 9"/>
            <p:cNvSpPr/>
            <p:nvPr/>
          </p:nvSpPr>
          <p:spPr>
            <a:xfrm>
              <a:off x="0" y="127160"/>
              <a:ext cx="3029608" cy="1133595"/>
            </a:xfrm>
            <a:custGeom>
              <a:avLst/>
              <a:gdLst/>
              <a:ahLst/>
              <a:cxnLst/>
              <a:rect l="l" t="t" r="r" b="b"/>
              <a:pathLst>
                <a:path w="3029608" h="1133595">
                  <a:moveTo>
                    <a:pt x="0" y="0"/>
                  </a:moveTo>
                  <a:lnTo>
                    <a:pt x="3029608" y="0"/>
                  </a:lnTo>
                  <a:lnTo>
                    <a:pt x="3029608" y="1133596"/>
                  </a:lnTo>
                  <a:lnTo>
                    <a:pt x="0" y="113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7772" r="-44513" b="-43155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029608" y="0"/>
              <a:ext cx="1476275" cy="1223475"/>
            </a:xfrm>
            <a:custGeom>
              <a:avLst/>
              <a:gdLst/>
              <a:ahLst/>
              <a:cxnLst/>
              <a:rect l="l" t="t" r="r" b="b"/>
              <a:pathLst>
                <a:path w="1476275" h="1223475">
                  <a:moveTo>
                    <a:pt x="0" y="0"/>
                  </a:moveTo>
                  <a:lnTo>
                    <a:pt x="1476275" y="0"/>
                  </a:lnTo>
                  <a:lnTo>
                    <a:pt x="1476275" y="1223475"/>
                  </a:lnTo>
                  <a:lnTo>
                    <a:pt x="0" y="1223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445" t="-197976" r="-50614" b="-2076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889246" y="389339"/>
            <a:ext cx="2415565" cy="1733570"/>
          </a:xfrm>
          <a:custGeom>
            <a:avLst/>
            <a:gdLst/>
            <a:ahLst/>
            <a:cxnLst/>
            <a:rect l="l" t="t" r="r" b="b"/>
            <a:pathLst>
              <a:path w="2415565" h="1733570">
                <a:moveTo>
                  <a:pt x="0" y="0"/>
                </a:moveTo>
                <a:lnTo>
                  <a:pt x="2415566" y="0"/>
                </a:lnTo>
                <a:lnTo>
                  <a:pt x="2415566" y="1733570"/>
                </a:lnTo>
                <a:lnTo>
                  <a:pt x="0" y="173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937" r="-18993" b="-2720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830578" y="469742"/>
            <a:ext cx="6626844" cy="2215521"/>
          </a:xfrm>
          <a:custGeom>
            <a:avLst/>
            <a:gdLst/>
            <a:ahLst/>
            <a:cxnLst/>
            <a:rect l="l" t="t" r="r" b="b"/>
            <a:pathLst>
              <a:path w="6626844" h="2215521">
                <a:moveTo>
                  <a:pt x="0" y="0"/>
                </a:moveTo>
                <a:lnTo>
                  <a:pt x="6626844" y="0"/>
                </a:lnTo>
                <a:lnTo>
                  <a:pt x="6626844" y="2215522"/>
                </a:lnTo>
                <a:lnTo>
                  <a:pt x="0" y="2215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7217" b="-4218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57018" y="4181313"/>
            <a:ext cx="13664181" cy="121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0"/>
              </a:lnSpc>
            </a:pPr>
            <a:r>
              <a:rPr lang="en-US" sz="716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PROJECT TITLE</a:t>
            </a:r>
            <a:endParaRPr lang="en-US" sz="716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57018" y="7608895"/>
            <a:ext cx="16242339" cy="886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0"/>
              </a:lnSpc>
            </a:pPr>
            <a:r>
              <a:rPr lang="en-US" sz="3585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SDG goal:</a:t>
            </a:r>
            <a:r>
              <a:rPr lang="en-US" sz="3585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</a:t>
            </a:r>
            <a:endParaRPr lang="en-US" sz="3585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8043" y="2062080"/>
            <a:ext cx="3607808" cy="3714825"/>
            <a:chOff x="0" y="0"/>
            <a:chExt cx="950205" cy="978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205" cy="978390"/>
            </a:xfrm>
            <a:custGeom>
              <a:avLst/>
              <a:gdLst/>
              <a:ahLst/>
              <a:cxnLst/>
              <a:rect l="l" t="t" r="r" b="b"/>
              <a:pathLst>
                <a:path w="950205" h="978390">
                  <a:moveTo>
                    <a:pt x="36480" y="0"/>
                  </a:moveTo>
                  <a:lnTo>
                    <a:pt x="913725" y="0"/>
                  </a:lnTo>
                  <a:cubicBezTo>
                    <a:pt x="933872" y="0"/>
                    <a:pt x="950205" y="16333"/>
                    <a:pt x="950205" y="36480"/>
                  </a:cubicBezTo>
                  <a:lnTo>
                    <a:pt x="950205" y="941910"/>
                  </a:lnTo>
                  <a:cubicBezTo>
                    <a:pt x="950205" y="951585"/>
                    <a:pt x="946361" y="960864"/>
                    <a:pt x="939520" y="967705"/>
                  </a:cubicBezTo>
                  <a:cubicBezTo>
                    <a:pt x="932679" y="974547"/>
                    <a:pt x="923400" y="978390"/>
                    <a:pt x="913725" y="978390"/>
                  </a:cubicBezTo>
                  <a:lnTo>
                    <a:pt x="36480" y="978390"/>
                  </a:lnTo>
                  <a:cubicBezTo>
                    <a:pt x="16333" y="978390"/>
                    <a:pt x="0" y="962058"/>
                    <a:pt x="0" y="941910"/>
                  </a:cubicBezTo>
                  <a:lnTo>
                    <a:pt x="0" y="36480"/>
                  </a:lnTo>
                  <a:cubicBezTo>
                    <a:pt x="0" y="26805"/>
                    <a:pt x="3843" y="17526"/>
                    <a:pt x="10685" y="10685"/>
                  </a:cubicBezTo>
                  <a:cubicBezTo>
                    <a:pt x="17526" y="3843"/>
                    <a:pt x="26805" y="0"/>
                    <a:pt x="3648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50205" cy="101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4706347" y="2062080"/>
            <a:ext cx="4116139" cy="3714825"/>
            <a:chOff x="0" y="0"/>
            <a:chExt cx="1084086" cy="978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4086" cy="978390"/>
            </a:xfrm>
            <a:custGeom>
              <a:avLst/>
              <a:gdLst/>
              <a:ahLst/>
              <a:cxnLst/>
              <a:rect l="l" t="t" r="r" b="b"/>
              <a:pathLst>
                <a:path w="1084086" h="978390">
                  <a:moveTo>
                    <a:pt x="31975" y="0"/>
                  </a:moveTo>
                  <a:lnTo>
                    <a:pt x="1052111" y="0"/>
                  </a:lnTo>
                  <a:cubicBezTo>
                    <a:pt x="1069770" y="0"/>
                    <a:pt x="1084086" y="14316"/>
                    <a:pt x="1084086" y="31975"/>
                  </a:cubicBezTo>
                  <a:lnTo>
                    <a:pt x="1084086" y="946415"/>
                  </a:lnTo>
                  <a:cubicBezTo>
                    <a:pt x="1084086" y="954896"/>
                    <a:pt x="1080717" y="963029"/>
                    <a:pt x="1074721" y="969025"/>
                  </a:cubicBezTo>
                  <a:cubicBezTo>
                    <a:pt x="1068724" y="975021"/>
                    <a:pt x="1060591" y="978390"/>
                    <a:pt x="1052111" y="978390"/>
                  </a:cubicBezTo>
                  <a:lnTo>
                    <a:pt x="31975" y="978390"/>
                  </a:lnTo>
                  <a:cubicBezTo>
                    <a:pt x="14316" y="978390"/>
                    <a:pt x="0" y="964075"/>
                    <a:pt x="0" y="946415"/>
                  </a:cubicBezTo>
                  <a:lnTo>
                    <a:pt x="0" y="31975"/>
                  </a:lnTo>
                  <a:cubicBezTo>
                    <a:pt x="0" y="23495"/>
                    <a:pt x="3369" y="15362"/>
                    <a:pt x="9365" y="9365"/>
                  </a:cubicBezTo>
                  <a:cubicBezTo>
                    <a:pt x="15362" y="3369"/>
                    <a:pt x="23495" y="0"/>
                    <a:pt x="3197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84086" cy="101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28043" y="6037300"/>
            <a:ext cx="4025453" cy="3340265"/>
            <a:chOff x="0" y="0"/>
            <a:chExt cx="1060202" cy="8797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0202" cy="879741"/>
            </a:xfrm>
            <a:custGeom>
              <a:avLst/>
              <a:gdLst/>
              <a:ahLst/>
              <a:cxnLst/>
              <a:rect l="l" t="t" r="r" b="b"/>
              <a:pathLst>
                <a:path w="1060202" h="879741">
                  <a:moveTo>
                    <a:pt x="32695" y="0"/>
                  </a:moveTo>
                  <a:lnTo>
                    <a:pt x="1027506" y="0"/>
                  </a:lnTo>
                  <a:cubicBezTo>
                    <a:pt x="1045564" y="0"/>
                    <a:pt x="1060202" y="14638"/>
                    <a:pt x="1060202" y="32695"/>
                  </a:cubicBezTo>
                  <a:lnTo>
                    <a:pt x="1060202" y="847046"/>
                  </a:lnTo>
                  <a:cubicBezTo>
                    <a:pt x="1060202" y="865103"/>
                    <a:pt x="1045564" y="879741"/>
                    <a:pt x="1027506" y="879741"/>
                  </a:cubicBezTo>
                  <a:lnTo>
                    <a:pt x="32695" y="879741"/>
                  </a:lnTo>
                  <a:cubicBezTo>
                    <a:pt x="14638" y="879741"/>
                    <a:pt x="0" y="865103"/>
                    <a:pt x="0" y="847046"/>
                  </a:cubicBezTo>
                  <a:lnTo>
                    <a:pt x="0" y="32695"/>
                  </a:lnTo>
                  <a:cubicBezTo>
                    <a:pt x="0" y="14638"/>
                    <a:pt x="14638" y="0"/>
                    <a:pt x="326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60202" cy="91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0262747" y="6037300"/>
            <a:ext cx="7344359" cy="3340265"/>
            <a:chOff x="0" y="0"/>
            <a:chExt cx="1934317" cy="8797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34317" cy="879741"/>
            </a:xfrm>
            <a:custGeom>
              <a:avLst/>
              <a:gdLst/>
              <a:ahLst/>
              <a:cxnLst/>
              <a:rect l="l" t="t" r="r" b="b"/>
              <a:pathLst>
                <a:path w="1934317" h="879741">
                  <a:moveTo>
                    <a:pt x="17920" y="0"/>
                  </a:moveTo>
                  <a:lnTo>
                    <a:pt x="1916396" y="0"/>
                  </a:lnTo>
                  <a:cubicBezTo>
                    <a:pt x="1921149" y="0"/>
                    <a:pt x="1925707" y="1888"/>
                    <a:pt x="1929068" y="5249"/>
                  </a:cubicBezTo>
                  <a:cubicBezTo>
                    <a:pt x="1932429" y="8609"/>
                    <a:pt x="1934317" y="13167"/>
                    <a:pt x="1934317" y="17920"/>
                  </a:cubicBezTo>
                  <a:lnTo>
                    <a:pt x="1934317" y="861820"/>
                  </a:lnTo>
                  <a:cubicBezTo>
                    <a:pt x="1934317" y="871718"/>
                    <a:pt x="1926293" y="879741"/>
                    <a:pt x="1916396" y="879741"/>
                  </a:cubicBezTo>
                  <a:lnTo>
                    <a:pt x="17920" y="879741"/>
                  </a:lnTo>
                  <a:cubicBezTo>
                    <a:pt x="13167" y="879741"/>
                    <a:pt x="8609" y="877853"/>
                    <a:pt x="5249" y="874492"/>
                  </a:cubicBezTo>
                  <a:cubicBezTo>
                    <a:pt x="1888" y="871131"/>
                    <a:pt x="0" y="866573"/>
                    <a:pt x="0" y="861820"/>
                  </a:cubicBezTo>
                  <a:lnTo>
                    <a:pt x="0" y="17920"/>
                  </a:lnTo>
                  <a:cubicBezTo>
                    <a:pt x="0" y="13167"/>
                    <a:pt x="1888" y="8609"/>
                    <a:pt x="5249" y="5249"/>
                  </a:cubicBezTo>
                  <a:cubicBezTo>
                    <a:pt x="8609" y="1888"/>
                    <a:pt x="13167" y="0"/>
                    <a:pt x="17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34317" cy="91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5109126" y="6037300"/>
            <a:ext cx="4760915" cy="3340265"/>
            <a:chOff x="0" y="0"/>
            <a:chExt cx="1253903" cy="8797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53903" cy="879741"/>
            </a:xfrm>
            <a:custGeom>
              <a:avLst/>
              <a:gdLst/>
              <a:ahLst/>
              <a:cxnLst/>
              <a:rect l="l" t="t" r="r" b="b"/>
              <a:pathLst>
                <a:path w="1253903" h="879741">
                  <a:moveTo>
                    <a:pt x="27644" y="0"/>
                  </a:moveTo>
                  <a:lnTo>
                    <a:pt x="1226259" y="0"/>
                  </a:lnTo>
                  <a:cubicBezTo>
                    <a:pt x="1241527" y="0"/>
                    <a:pt x="1253903" y="12377"/>
                    <a:pt x="1253903" y="27644"/>
                  </a:cubicBezTo>
                  <a:lnTo>
                    <a:pt x="1253903" y="852096"/>
                  </a:lnTo>
                  <a:cubicBezTo>
                    <a:pt x="1253903" y="867364"/>
                    <a:pt x="1241527" y="879741"/>
                    <a:pt x="1226259" y="879741"/>
                  </a:cubicBezTo>
                  <a:lnTo>
                    <a:pt x="27644" y="879741"/>
                  </a:lnTo>
                  <a:cubicBezTo>
                    <a:pt x="12377" y="879741"/>
                    <a:pt x="0" y="867364"/>
                    <a:pt x="0" y="852096"/>
                  </a:cubicBezTo>
                  <a:lnTo>
                    <a:pt x="0" y="27644"/>
                  </a:lnTo>
                  <a:cubicBezTo>
                    <a:pt x="0" y="12377"/>
                    <a:pt x="12377" y="0"/>
                    <a:pt x="276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53903" cy="91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079661" y="2062080"/>
            <a:ext cx="8527444" cy="3708174"/>
            <a:chOff x="0" y="0"/>
            <a:chExt cx="11369925" cy="4944232"/>
          </a:xfrm>
        </p:grpSpPr>
        <p:grpSp>
          <p:nvGrpSpPr>
            <p:cNvPr id="18" name="Group 18"/>
            <p:cNvGrpSpPr/>
            <p:nvPr/>
          </p:nvGrpSpPr>
          <p:grpSpPr>
            <a:xfrm rot="0">
              <a:off x="0" y="0"/>
              <a:ext cx="11369925" cy="4944232"/>
              <a:chOff x="0" y="0"/>
              <a:chExt cx="2245911" cy="97663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245911" cy="976638"/>
              </a:xfrm>
              <a:custGeom>
                <a:avLst/>
                <a:gdLst/>
                <a:ahLst/>
                <a:cxnLst/>
                <a:rect l="l" t="t" r="r" b="b"/>
                <a:pathLst>
                  <a:path w="2245911" h="976638">
                    <a:moveTo>
                      <a:pt x="15434" y="0"/>
                    </a:moveTo>
                    <a:lnTo>
                      <a:pt x="2230477" y="0"/>
                    </a:lnTo>
                    <a:cubicBezTo>
                      <a:pt x="2234571" y="0"/>
                      <a:pt x="2238496" y="1626"/>
                      <a:pt x="2241391" y="4521"/>
                    </a:cubicBezTo>
                    <a:cubicBezTo>
                      <a:pt x="2244285" y="7415"/>
                      <a:pt x="2245911" y="11341"/>
                      <a:pt x="2245911" y="15434"/>
                    </a:cubicBezTo>
                    <a:lnTo>
                      <a:pt x="2245911" y="961204"/>
                    </a:lnTo>
                    <a:cubicBezTo>
                      <a:pt x="2245911" y="969728"/>
                      <a:pt x="2239001" y="976638"/>
                      <a:pt x="2230477" y="976638"/>
                    </a:cubicBezTo>
                    <a:lnTo>
                      <a:pt x="15434" y="976638"/>
                    </a:lnTo>
                    <a:cubicBezTo>
                      <a:pt x="11341" y="976638"/>
                      <a:pt x="7415" y="975012"/>
                      <a:pt x="4521" y="972118"/>
                    </a:cubicBezTo>
                    <a:cubicBezTo>
                      <a:pt x="1626" y="969223"/>
                      <a:pt x="0" y="965298"/>
                      <a:pt x="0" y="961204"/>
                    </a:cubicBezTo>
                    <a:lnTo>
                      <a:pt x="0" y="15434"/>
                    </a:lnTo>
                    <a:cubicBezTo>
                      <a:pt x="0" y="11341"/>
                      <a:pt x="1626" y="7415"/>
                      <a:pt x="4521" y="4521"/>
                    </a:cubicBezTo>
                    <a:cubicBezTo>
                      <a:pt x="7415" y="1626"/>
                      <a:pt x="11341" y="0"/>
                      <a:pt x="154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245911" cy="10147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879958" y="411945"/>
              <a:ext cx="7274520" cy="484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000000"/>
                  </a:solidFill>
                  <a:latin typeface="Canva Sans Bold" panose="020B0803030501040103"/>
                  <a:ea typeface="Canva Sans Bold" panose="020B0803030501040103"/>
                  <a:cs typeface="Canva Sans Bold" panose="020B0803030501040103"/>
                  <a:sym typeface="Canva Sans Bold" panose="020B0803030501040103"/>
                </a:rPr>
                <a:t>Problem addressed &amp; proposed solution</a:t>
              </a:r>
              <a:endParaRPr lang="en-US" sz="2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248400" y="721995"/>
            <a:ext cx="6084570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EXECUTIVE SUMMARY</a:t>
            </a:r>
            <a:endParaRPr lang="en-US" sz="400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84383" y="2243722"/>
            <a:ext cx="1495127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Motivation</a:t>
            </a:r>
            <a:endParaRPr lang="en-US" sz="2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50390" y="2243722"/>
            <a:ext cx="62805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Goal</a:t>
            </a:r>
            <a:endParaRPr lang="en-US" sz="2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359459" y="6381732"/>
            <a:ext cx="96262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Impact</a:t>
            </a:r>
            <a:endParaRPr lang="en-US" sz="2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450390" y="6392417"/>
            <a:ext cx="213479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Business Model</a:t>
            </a:r>
            <a:endParaRPr lang="en-US" sz="2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295438" y="6392417"/>
            <a:ext cx="293117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Innovation &amp; Viability</a:t>
            </a:r>
            <a:endParaRPr lang="en-US" sz="2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1329" y="1850545"/>
            <a:ext cx="17053525" cy="7747211"/>
            <a:chOff x="0" y="0"/>
            <a:chExt cx="4491463" cy="2040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463" cy="2040418"/>
            </a:xfrm>
            <a:custGeom>
              <a:avLst/>
              <a:gdLst/>
              <a:ahLst/>
              <a:cxnLst/>
              <a:rect l="l" t="t" r="r" b="b"/>
              <a:pathLst>
                <a:path w="4491463" h="204041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2032700"/>
                  </a:lnTo>
                  <a:cubicBezTo>
                    <a:pt x="4491463" y="2036962"/>
                    <a:pt x="4488008" y="2040418"/>
                    <a:pt x="4483746" y="2040418"/>
                  </a:cubicBezTo>
                  <a:lnTo>
                    <a:pt x="7718" y="2040418"/>
                  </a:lnTo>
                  <a:cubicBezTo>
                    <a:pt x="3455" y="2040418"/>
                    <a:pt x="0" y="2036962"/>
                    <a:pt x="0" y="203270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463" cy="2078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477000" y="647700"/>
            <a:ext cx="5492750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Problem Statement</a:t>
            </a:r>
            <a:endParaRPr lang="en-US" sz="400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42153" y="1954925"/>
            <a:ext cx="17052497" cy="7754261"/>
            <a:chOff x="0" y="0"/>
            <a:chExt cx="4491193" cy="2042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193" cy="2042275"/>
            </a:xfrm>
            <a:custGeom>
              <a:avLst/>
              <a:gdLst/>
              <a:ahLst/>
              <a:cxnLst/>
              <a:rect l="l" t="t" r="r" b="b"/>
              <a:pathLst>
                <a:path w="4491193" h="2042275">
                  <a:moveTo>
                    <a:pt x="7718" y="0"/>
                  </a:moveTo>
                  <a:lnTo>
                    <a:pt x="4483474" y="0"/>
                  </a:lnTo>
                  <a:cubicBezTo>
                    <a:pt x="4487737" y="0"/>
                    <a:pt x="4491193" y="3456"/>
                    <a:pt x="4491193" y="7718"/>
                  </a:cubicBezTo>
                  <a:lnTo>
                    <a:pt x="4491193" y="2034556"/>
                  </a:lnTo>
                  <a:cubicBezTo>
                    <a:pt x="4491193" y="2036603"/>
                    <a:pt x="4490379" y="2038567"/>
                    <a:pt x="4488932" y="2040014"/>
                  </a:cubicBezTo>
                  <a:cubicBezTo>
                    <a:pt x="4487485" y="2041461"/>
                    <a:pt x="4485522" y="2042275"/>
                    <a:pt x="4483474" y="2042275"/>
                  </a:cubicBezTo>
                  <a:lnTo>
                    <a:pt x="7718" y="2042275"/>
                  </a:lnTo>
                  <a:cubicBezTo>
                    <a:pt x="3456" y="2042275"/>
                    <a:pt x="0" y="2038819"/>
                    <a:pt x="0" y="2034556"/>
                  </a:cubicBezTo>
                  <a:lnTo>
                    <a:pt x="0" y="7718"/>
                  </a:lnTo>
                  <a:cubicBezTo>
                    <a:pt x="0" y="3456"/>
                    <a:pt x="3456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193" cy="2080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05600" y="650875"/>
            <a:ext cx="5225415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Proposed Solution</a:t>
            </a:r>
            <a:endParaRPr lang="en-US" sz="400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41125" y="1850545"/>
            <a:ext cx="17053525" cy="7747211"/>
            <a:chOff x="0" y="0"/>
            <a:chExt cx="4491463" cy="2040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463" cy="2040418"/>
            </a:xfrm>
            <a:custGeom>
              <a:avLst/>
              <a:gdLst/>
              <a:ahLst/>
              <a:cxnLst/>
              <a:rect l="l" t="t" r="r" b="b"/>
              <a:pathLst>
                <a:path w="4491463" h="204041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2032700"/>
                  </a:lnTo>
                  <a:cubicBezTo>
                    <a:pt x="4491463" y="2036962"/>
                    <a:pt x="4488008" y="2040418"/>
                    <a:pt x="4483746" y="2040418"/>
                  </a:cubicBezTo>
                  <a:lnTo>
                    <a:pt x="7718" y="2040418"/>
                  </a:lnTo>
                  <a:cubicBezTo>
                    <a:pt x="3455" y="2040418"/>
                    <a:pt x="0" y="2036962"/>
                    <a:pt x="0" y="203270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463" cy="2078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58795" y="647220"/>
            <a:ext cx="271182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Prototype</a:t>
            </a:r>
            <a:endParaRPr lang="en-US" sz="400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29400" y="694690"/>
            <a:ext cx="5479415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Core Functionalities</a:t>
            </a:r>
            <a:endParaRPr lang="en-US" sz="400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01329" y="1850545"/>
            <a:ext cx="17053525" cy="7747211"/>
            <a:chOff x="0" y="0"/>
            <a:chExt cx="4491463" cy="20404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463" cy="2040418"/>
            </a:xfrm>
            <a:custGeom>
              <a:avLst/>
              <a:gdLst/>
              <a:ahLst/>
              <a:cxnLst/>
              <a:rect l="l" t="t" r="r" b="b"/>
              <a:pathLst>
                <a:path w="4491463" h="204041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2032700"/>
                  </a:lnTo>
                  <a:cubicBezTo>
                    <a:pt x="4491463" y="2036962"/>
                    <a:pt x="4488008" y="2040418"/>
                    <a:pt x="4483746" y="2040418"/>
                  </a:cubicBezTo>
                  <a:lnTo>
                    <a:pt x="7718" y="2040418"/>
                  </a:lnTo>
                  <a:cubicBezTo>
                    <a:pt x="3455" y="2040418"/>
                    <a:pt x="0" y="2036962"/>
                    <a:pt x="0" y="203270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91463" cy="2078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1329" y="1850545"/>
            <a:ext cx="17053525" cy="7747211"/>
            <a:chOff x="0" y="0"/>
            <a:chExt cx="4491463" cy="2040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463" cy="2040418"/>
            </a:xfrm>
            <a:custGeom>
              <a:avLst/>
              <a:gdLst/>
              <a:ahLst/>
              <a:cxnLst/>
              <a:rect l="l" t="t" r="r" b="b"/>
              <a:pathLst>
                <a:path w="4491463" h="204041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2032700"/>
                  </a:lnTo>
                  <a:cubicBezTo>
                    <a:pt x="4491463" y="2036962"/>
                    <a:pt x="4488008" y="2040418"/>
                    <a:pt x="4483746" y="2040418"/>
                  </a:cubicBezTo>
                  <a:lnTo>
                    <a:pt x="7718" y="2040418"/>
                  </a:lnTo>
                  <a:cubicBezTo>
                    <a:pt x="3455" y="2040418"/>
                    <a:pt x="0" y="2036962"/>
                    <a:pt x="0" y="203270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463" cy="2078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15200" y="694690"/>
            <a:ext cx="4354195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Business Model</a:t>
            </a:r>
            <a:endParaRPr lang="en-US" sz="400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1329" y="1850545"/>
            <a:ext cx="17053525" cy="7747211"/>
            <a:chOff x="0" y="0"/>
            <a:chExt cx="4491463" cy="2040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463" cy="2040418"/>
            </a:xfrm>
            <a:custGeom>
              <a:avLst/>
              <a:gdLst/>
              <a:ahLst/>
              <a:cxnLst/>
              <a:rect l="l" t="t" r="r" b="b"/>
              <a:pathLst>
                <a:path w="4491463" h="204041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2032700"/>
                  </a:lnTo>
                  <a:cubicBezTo>
                    <a:pt x="4491463" y="2036962"/>
                    <a:pt x="4488008" y="2040418"/>
                    <a:pt x="4483746" y="2040418"/>
                  </a:cubicBezTo>
                  <a:lnTo>
                    <a:pt x="7718" y="2040418"/>
                  </a:lnTo>
                  <a:cubicBezTo>
                    <a:pt x="3455" y="2040418"/>
                    <a:pt x="0" y="2036962"/>
                    <a:pt x="0" y="203270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463" cy="2078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90490" y="671195"/>
            <a:ext cx="9662160" cy="69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3855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Visualization, Impact &amp; Next steps</a:t>
            </a:r>
            <a:endParaRPr lang="en-US" sz="3855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1329" y="1850545"/>
            <a:ext cx="17053525" cy="7747211"/>
            <a:chOff x="0" y="0"/>
            <a:chExt cx="4491463" cy="2040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463" cy="2040418"/>
            </a:xfrm>
            <a:custGeom>
              <a:avLst/>
              <a:gdLst/>
              <a:ahLst/>
              <a:cxnLst/>
              <a:rect l="l" t="t" r="r" b="b"/>
              <a:pathLst>
                <a:path w="4491463" h="204041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2032700"/>
                  </a:lnTo>
                  <a:cubicBezTo>
                    <a:pt x="4491463" y="2036962"/>
                    <a:pt x="4488008" y="2040418"/>
                    <a:pt x="4483746" y="2040418"/>
                  </a:cubicBezTo>
                  <a:lnTo>
                    <a:pt x="7718" y="2040418"/>
                  </a:lnTo>
                  <a:cubicBezTo>
                    <a:pt x="3455" y="2040418"/>
                    <a:pt x="0" y="2036962"/>
                    <a:pt x="0" y="203270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463" cy="2078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991375" y="680883"/>
            <a:ext cx="6876751" cy="6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3855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References &amp; Deployments </a:t>
            </a:r>
            <a:endParaRPr lang="en-US" sz="3855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88714" y="251678"/>
            <a:ext cx="2032692" cy="1458795"/>
          </a:xfrm>
          <a:custGeom>
            <a:avLst/>
            <a:gdLst/>
            <a:ahLst/>
            <a:cxnLst/>
            <a:rect l="l" t="t" r="r" b="b"/>
            <a:pathLst>
              <a:path w="2032692" h="1458795">
                <a:moveTo>
                  <a:pt x="0" y="0"/>
                </a:moveTo>
                <a:lnTo>
                  <a:pt x="2032691" y="0"/>
                </a:lnTo>
                <a:lnTo>
                  <a:pt x="2032691" y="1458794"/>
                </a:lnTo>
                <a:lnTo>
                  <a:pt x="0" y="1458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937" r="-18993" b="-2720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5939" y="301427"/>
            <a:ext cx="3658330" cy="1359295"/>
          </a:xfrm>
          <a:custGeom>
            <a:avLst/>
            <a:gdLst/>
            <a:ahLst/>
            <a:cxnLst/>
            <a:rect l="l" t="t" r="r" b="b"/>
            <a:pathLst>
              <a:path w="3658330" h="1359295">
                <a:moveTo>
                  <a:pt x="0" y="0"/>
                </a:moveTo>
                <a:lnTo>
                  <a:pt x="3658331" y="0"/>
                </a:lnTo>
                <a:lnTo>
                  <a:pt x="3658331" y="1359296"/>
                </a:lnTo>
                <a:lnTo>
                  <a:pt x="0" y="1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476" b="-4394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432C7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17238" y="8178305"/>
            <a:ext cx="17053525" cy="1688462"/>
            <a:chOff x="0" y="0"/>
            <a:chExt cx="4491463" cy="4446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1463" cy="444698"/>
            </a:xfrm>
            <a:custGeom>
              <a:avLst/>
              <a:gdLst/>
              <a:ahLst/>
              <a:cxnLst/>
              <a:rect l="l" t="t" r="r" b="b"/>
              <a:pathLst>
                <a:path w="4491463" h="444698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436980"/>
                  </a:lnTo>
                  <a:cubicBezTo>
                    <a:pt x="4491463" y="441242"/>
                    <a:pt x="4488008" y="444698"/>
                    <a:pt x="4483746" y="444698"/>
                  </a:cubicBezTo>
                  <a:lnTo>
                    <a:pt x="7718" y="444698"/>
                  </a:lnTo>
                  <a:cubicBezTo>
                    <a:pt x="3455" y="444698"/>
                    <a:pt x="0" y="441242"/>
                    <a:pt x="0" y="436980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1463" cy="48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01329" y="2410941"/>
            <a:ext cx="17053525" cy="5300639"/>
            <a:chOff x="0" y="0"/>
            <a:chExt cx="4491463" cy="13960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1463" cy="1396053"/>
            </a:xfrm>
            <a:custGeom>
              <a:avLst/>
              <a:gdLst/>
              <a:ahLst/>
              <a:cxnLst/>
              <a:rect l="l" t="t" r="r" b="b"/>
              <a:pathLst>
                <a:path w="4491463" h="1396053">
                  <a:moveTo>
                    <a:pt x="7718" y="0"/>
                  </a:moveTo>
                  <a:lnTo>
                    <a:pt x="4483746" y="0"/>
                  </a:lnTo>
                  <a:cubicBezTo>
                    <a:pt x="4488008" y="0"/>
                    <a:pt x="4491463" y="3455"/>
                    <a:pt x="4491463" y="7718"/>
                  </a:cubicBezTo>
                  <a:lnTo>
                    <a:pt x="4491463" y="1388336"/>
                  </a:lnTo>
                  <a:cubicBezTo>
                    <a:pt x="4491463" y="1392598"/>
                    <a:pt x="4488008" y="1396053"/>
                    <a:pt x="4483746" y="1396053"/>
                  </a:cubicBezTo>
                  <a:lnTo>
                    <a:pt x="7718" y="1396053"/>
                  </a:lnTo>
                  <a:cubicBezTo>
                    <a:pt x="3455" y="1396053"/>
                    <a:pt x="0" y="1392598"/>
                    <a:pt x="0" y="1388336"/>
                  </a:cubicBezTo>
                  <a:lnTo>
                    <a:pt x="0" y="7718"/>
                  </a:lnTo>
                  <a:cubicBezTo>
                    <a:pt x="0" y="3455"/>
                    <a:pt x="3455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91463" cy="143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683407" y="2656299"/>
            <a:ext cx="12416139" cy="4760003"/>
            <a:chOff x="0" y="0"/>
            <a:chExt cx="16554852" cy="63466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54852" cy="3824223"/>
            </a:xfrm>
            <a:custGeom>
              <a:avLst/>
              <a:gdLst/>
              <a:ahLst/>
              <a:cxnLst/>
              <a:rect l="l" t="t" r="r" b="b"/>
              <a:pathLst>
                <a:path w="16554852" h="3824223">
                  <a:moveTo>
                    <a:pt x="0" y="0"/>
                  </a:moveTo>
                  <a:lnTo>
                    <a:pt x="16554852" y="0"/>
                  </a:lnTo>
                  <a:lnTo>
                    <a:pt x="16554852" y="3824223"/>
                  </a:lnTo>
                  <a:lnTo>
                    <a:pt x="0" y="3824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9397562" y="4244907"/>
              <a:ext cx="6760468" cy="1910961"/>
            </a:xfrm>
            <a:custGeom>
              <a:avLst/>
              <a:gdLst/>
              <a:ahLst/>
              <a:cxnLst/>
              <a:rect l="l" t="t" r="r" b="b"/>
              <a:pathLst>
                <a:path w="6760468" h="1910961">
                  <a:moveTo>
                    <a:pt x="0" y="0"/>
                  </a:moveTo>
                  <a:lnTo>
                    <a:pt x="6760468" y="0"/>
                  </a:lnTo>
                  <a:lnTo>
                    <a:pt x="6760468" y="1910961"/>
                  </a:lnTo>
                  <a:lnTo>
                    <a:pt x="0" y="1910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978" t="-102648" r="-23742" b="-133744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713812" y="4263850"/>
              <a:ext cx="2982963" cy="2082821"/>
            </a:xfrm>
            <a:custGeom>
              <a:avLst/>
              <a:gdLst/>
              <a:ahLst/>
              <a:cxnLst/>
              <a:rect l="l" t="t" r="r" b="b"/>
              <a:pathLst>
                <a:path w="2982963" h="2082821">
                  <a:moveTo>
                    <a:pt x="0" y="0"/>
                  </a:moveTo>
                  <a:lnTo>
                    <a:pt x="2982963" y="0"/>
                  </a:lnTo>
                  <a:lnTo>
                    <a:pt x="2982963" y="2082821"/>
                  </a:lnTo>
                  <a:lnTo>
                    <a:pt x="0" y="2082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89313" y="4263850"/>
              <a:ext cx="2132150" cy="2060319"/>
            </a:xfrm>
            <a:custGeom>
              <a:avLst/>
              <a:gdLst/>
              <a:ahLst/>
              <a:cxnLst/>
              <a:rect l="l" t="t" r="r" b="b"/>
              <a:pathLst>
                <a:path w="2132150" h="2060319">
                  <a:moveTo>
                    <a:pt x="0" y="0"/>
                  </a:moveTo>
                  <a:lnTo>
                    <a:pt x="2132150" y="0"/>
                  </a:lnTo>
                  <a:lnTo>
                    <a:pt x="2132150" y="2060319"/>
                  </a:lnTo>
                  <a:lnTo>
                    <a:pt x="0" y="2060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060559" y="4244907"/>
              <a:ext cx="2063932" cy="2079262"/>
            </a:xfrm>
            <a:custGeom>
              <a:avLst/>
              <a:gdLst/>
              <a:ahLst/>
              <a:cxnLst/>
              <a:rect l="l" t="t" r="r" b="b"/>
              <a:pathLst>
                <a:path w="2063932" h="2079262">
                  <a:moveTo>
                    <a:pt x="0" y="0"/>
                  </a:moveTo>
                  <a:lnTo>
                    <a:pt x="2063932" y="0"/>
                  </a:lnTo>
                  <a:lnTo>
                    <a:pt x="2063932" y="2079262"/>
                  </a:lnTo>
                  <a:lnTo>
                    <a:pt x="0" y="2079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AutoShape 14"/>
            <p:cNvSpPr/>
            <p:nvPr/>
          </p:nvSpPr>
          <p:spPr>
            <a:xfrm flipV="1">
              <a:off x="2741011" y="4263865"/>
              <a:ext cx="0" cy="2082806"/>
            </a:xfrm>
            <a:prstGeom prst="line">
              <a:avLst/>
            </a:prstGeom>
            <a:ln w="44496" cap="flat">
              <a:solidFill>
                <a:srgbClr val="EA5E2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5447089" y="4252606"/>
              <a:ext cx="0" cy="2082806"/>
            </a:xfrm>
            <a:prstGeom prst="line">
              <a:avLst/>
            </a:prstGeom>
            <a:ln w="44496" cap="flat">
              <a:solidFill>
                <a:srgbClr val="EA5E20"/>
              </a:solidFill>
              <a:prstDash val="sysDot"/>
              <a:headEnd type="none" w="sm" len="sm"/>
              <a:tailEnd type="none" w="sm" len="sm"/>
            </a:ln>
          </p:spPr>
        </p:sp>
      </p:grpSp>
      <p:sp>
        <p:nvSpPr>
          <p:cNvPr id="16" name="Freeform 16"/>
          <p:cNvSpPr/>
          <p:nvPr/>
        </p:nvSpPr>
        <p:spPr>
          <a:xfrm>
            <a:off x="778317" y="8266001"/>
            <a:ext cx="9478323" cy="1494021"/>
          </a:xfrm>
          <a:custGeom>
            <a:avLst/>
            <a:gdLst/>
            <a:ahLst/>
            <a:cxnLst/>
            <a:rect l="l" t="t" r="r" b="b"/>
            <a:pathLst>
              <a:path w="9478323" h="1494021">
                <a:moveTo>
                  <a:pt x="0" y="0"/>
                </a:moveTo>
                <a:lnTo>
                  <a:pt x="9478323" y="0"/>
                </a:lnTo>
                <a:lnTo>
                  <a:pt x="9478323" y="1494021"/>
                </a:lnTo>
                <a:lnTo>
                  <a:pt x="0" y="14940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42609" r="-22266" b="-333069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272286" y="8485204"/>
            <a:ext cx="2251852" cy="1284343"/>
          </a:xfrm>
          <a:custGeom>
            <a:avLst/>
            <a:gdLst/>
            <a:ahLst/>
            <a:cxnLst/>
            <a:rect l="l" t="t" r="r" b="b"/>
            <a:pathLst>
              <a:path w="2251852" h="1284343">
                <a:moveTo>
                  <a:pt x="0" y="0"/>
                </a:moveTo>
                <a:lnTo>
                  <a:pt x="2251852" y="0"/>
                </a:lnTo>
                <a:lnTo>
                  <a:pt x="2251852" y="1284343"/>
                </a:lnTo>
                <a:lnTo>
                  <a:pt x="0" y="12843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45828" b="-2950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308139" y="8442626"/>
            <a:ext cx="2011772" cy="1179504"/>
          </a:xfrm>
          <a:custGeom>
            <a:avLst/>
            <a:gdLst/>
            <a:ahLst/>
            <a:cxnLst/>
            <a:rect l="l" t="t" r="r" b="b"/>
            <a:pathLst>
              <a:path w="2011772" h="1179504">
                <a:moveTo>
                  <a:pt x="0" y="0"/>
                </a:moveTo>
                <a:lnTo>
                  <a:pt x="2011772" y="0"/>
                </a:lnTo>
                <a:lnTo>
                  <a:pt x="2011772" y="1179504"/>
                </a:lnTo>
                <a:lnTo>
                  <a:pt x="0" y="1179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729" t="-42725" b="-42725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049733" y="8380365"/>
            <a:ext cx="1323076" cy="1323076"/>
          </a:xfrm>
          <a:custGeom>
            <a:avLst/>
            <a:gdLst/>
            <a:ahLst/>
            <a:cxnLst/>
            <a:rect l="l" t="t" r="r" b="b"/>
            <a:pathLst>
              <a:path w="1323076" h="1323076">
                <a:moveTo>
                  <a:pt x="0" y="0"/>
                </a:moveTo>
                <a:lnTo>
                  <a:pt x="1323076" y="0"/>
                </a:lnTo>
                <a:lnTo>
                  <a:pt x="1323076" y="1323076"/>
                </a:lnTo>
                <a:lnTo>
                  <a:pt x="0" y="13230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524138" y="8178305"/>
            <a:ext cx="1769483" cy="1414616"/>
          </a:xfrm>
          <a:custGeom>
            <a:avLst/>
            <a:gdLst/>
            <a:ahLst/>
            <a:cxnLst/>
            <a:rect l="l" t="t" r="r" b="b"/>
            <a:pathLst>
              <a:path w="1769483" h="1414616">
                <a:moveTo>
                  <a:pt x="0" y="0"/>
                </a:moveTo>
                <a:lnTo>
                  <a:pt x="1769483" y="0"/>
                </a:lnTo>
                <a:lnTo>
                  <a:pt x="1769483" y="1414617"/>
                </a:lnTo>
                <a:lnTo>
                  <a:pt x="0" y="14146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223" t="-4692" r="-7197" b="-38431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4134419" y="597335"/>
            <a:ext cx="3379412" cy="945567"/>
            <a:chOff x="0" y="0"/>
            <a:chExt cx="4505883" cy="1260756"/>
          </a:xfrm>
        </p:grpSpPr>
        <p:sp>
          <p:nvSpPr>
            <p:cNvPr id="22" name="Freeform 22"/>
            <p:cNvSpPr/>
            <p:nvPr/>
          </p:nvSpPr>
          <p:spPr>
            <a:xfrm>
              <a:off x="0" y="127160"/>
              <a:ext cx="3029608" cy="1133595"/>
            </a:xfrm>
            <a:custGeom>
              <a:avLst/>
              <a:gdLst/>
              <a:ahLst/>
              <a:cxnLst/>
              <a:rect l="l" t="t" r="r" b="b"/>
              <a:pathLst>
                <a:path w="3029608" h="1133595">
                  <a:moveTo>
                    <a:pt x="0" y="0"/>
                  </a:moveTo>
                  <a:lnTo>
                    <a:pt x="3029608" y="0"/>
                  </a:lnTo>
                  <a:lnTo>
                    <a:pt x="3029608" y="1133596"/>
                  </a:lnTo>
                  <a:lnTo>
                    <a:pt x="0" y="113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7772" r="-44513" b="-431558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3029608" y="0"/>
              <a:ext cx="1476275" cy="1223475"/>
            </a:xfrm>
            <a:custGeom>
              <a:avLst/>
              <a:gdLst/>
              <a:ahLst/>
              <a:cxnLst/>
              <a:rect l="l" t="t" r="r" b="b"/>
              <a:pathLst>
                <a:path w="1476275" h="1223475">
                  <a:moveTo>
                    <a:pt x="0" y="0"/>
                  </a:moveTo>
                  <a:lnTo>
                    <a:pt x="1476275" y="0"/>
                  </a:lnTo>
                  <a:lnTo>
                    <a:pt x="1476275" y="1223475"/>
                  </a:lnTo>
                  <a:lnTo>
                    <a:pt x="0" y="1223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68445" t="-197976" r="-50614" b="-207671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702117" y="161915"/>
            <a:ext cx="2415565" cy="1733570"/>
          </a:xfrm>
          <a:custGeom>
            <a:avLst/>
            <a:gdLst/>
            <a:ahLst/>
            <a:cxnLst/>
            <a:rect l="l" t="t" r="r" b="b"/>
            <a:pathLst>
              <a:path w="2415565" h="1733570">
                <a:moveTo>
                  <a:pt x="0" y="0"/>
                </a:moveTo>
                <a:lnTo>
                  <a:pt x="2415565" y="0"/>
                </a:lnTo>
                <a:lnTo>
                  <a:pt x="2415565" y="1733570"/>
                </a:lnTo>
                <a:lnTo>
                  <a:pt x="0" y="17335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7937" r="-18993" b="-27200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25235" y="269298"/>
            <a:ext cx="5894676" cy="1775544"/>
          </a:xfrm>
          <a:custGeom>
            <a:avLst/>
            <a:gdLst/>
            <a:ahLst/>
            <a:cxnLst/>
            <a:rect l="l" t="t" r="r" b="b"/>
            <a:pathLst>
              <a:path w="5894676" h="1775544">
                <a:moveTo>
                  <a:pt x="0" y="0"/>
                </a:moveTo>
                <a:lnTo>
                  <a:pt x="5894676" y="0"/>
                </a:lnTo>
                <a:lnTo>
                  <a:pt x="5894676" y="1775544"/>
                </a:lnTo>
                <a:lnTo>
                  <a:pt x="0" y="177554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67118" b="-542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WPS Presentation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League Spartan</vt:lpstr>
      <vt:lpstr>Playfair Display Bold</vt:lpstr>
      <vt:lpstr>Playfair Display</vt:lpstr>
      <vt:lpstr>Canva Sans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RUN 2026</dc:title>
  <dc:creator/>
  <cp:lastModifiedBy>BALAJI P</cp:lastModifiedBy>
  <cp:revision>2</cp:revision>
  <dcterms:created xsi:type="dcterms:W3CDTF">2006-08-16T00:00:00Z</dcterms:created>
  <dcterms:modified xsi:type="dcterms:W3CDTF">2026-07-15T01:58:34Z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7CF4949A79CE41ED8D7E6D79346986B9_12</vt:lpwstr>
  </property>
  <property fmtid="{D5CDD505-2E9C-101B-9397-08002B2CF9AE}" pid="3" name="KSOProductBuildVer">
    <vt:lpwstr>2057-12.2.0.23206</vt:lpwstr>
  </property>
</Properties>
</file>